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194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yc001/focusflow-harmon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1188720"/>
          </a:xfrm>
          <a:prstGeom prst="rect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4023360"/>
            <a:ext cx="640080" cy="640080"/>
          </a:xfrm>
          <a:prstGeom prst="rect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640080" cy="64008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· 全栈毕业设计答辩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ZhiXu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 · 可云同步的鸿蒙专注效率应用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ArkTS / ArkUI</a:t>
            </a:r>
            <a:r>
              <a:rPr lang="en-US" sz="13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</a:t>
            </a: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 RDB / Preferences</a:t>
            </a:r>
            <a:r>
              <a:rPr lang="en-US" sz="13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</a:t>
            </a: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Spring Boot + MyBatis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4114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柯云超 (k yc)</a:t>
            </a: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包名：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com.nankai.zhixu</a:t>
            </a:r>
            <a:endParaRPr lang="en-US" sz="13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5E3CC1-AE40-7523-7736-B1DC767A02F7}"/>
              </a:ext>
            </a:extLst>
          </p:cNvPr>
          <p:cNvSpPr txBox="1"/>
          <p:nvPr/>
        </p:nvSpPr>
        <p:spPr>
          <a:xfrm>
            <a:off x="1117600" y="4318000"/>
            <a:ext cx="711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>
                <a:solidFill>
                  <a:srgbClr val="777777"/>
                </a:solidFill>
                <a:latin typeface="Microsoft YaHei" panose="020B0503020204020204" pitchFamily="34" charset="-122"/>
                <a:hlinkClick r:id="rId3"/>
              </a:rPr>
              <a:t>GitHub: github.com/kyc001/focusflow-harmony</a:t>
            </a:r>
            <a:endParaRPr lang="zh-CN" altLang="en-US" sz="130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9090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481328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371600" y="1545336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698" y="1640434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371600"/>
            <a:ext cx="2400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32020" y="1371600"/>
            <a:ext cx="39090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6612" y="1481328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600700" y="1545336"/>
            <a:ext cx="365760" cy="3657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798" y="1640434"/>
            <a:ext cx="175565" cy="1755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03620" y="1371600"/>
            <a:ext cx="2400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现状分析与技术选型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02920" y="2212848"/>
            <a:ext cx="39090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67512" y="2322576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1371600" y="2386584"/>
            <a:ext cx="365760" cy="36576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698" y="2481682"/>
            <a:ext cx="175565" cy="1755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2212848"/>
            <a:ext cx="2400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 MVVM 分层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732020" y="2212848"/>
            <a:ext cx="39090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896612" y="2322576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5600700" y="2386584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5798" y="2481682"/>
            <a:ext cx="175565" cy="17556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03620" y="2212848"/>
            <a:ext cx="2400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功能模块与界面演示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02920" y="3054096"/>
            <a:ext cx="39090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67512" y="3163824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000" dirty="0"/>
          </a:p>
        </p:txBody>
      </p:sp>
      <p:sp>
        <p:nvSpPr>
          <p:cNvPr id="27" name="Shape 21"/>
          <p:cNvSpPr/>
          <p:nvPr/>
        </p:nvSpPr>
        <p:spPr>
          <a:xfrm>
            <a:off x="1371600" y="3227832"/>
            <a:ext cx="365760" cy="36576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6698" y="3322930"/>
            <a:ext cx="175565" cy="1755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874520" y="3054096"/>
            <a:ext cx="2400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4732020" y="3054096"/>
            <a:ext cx="39090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4896612" y="3163824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000" dirty="0"/>
          </a:p>
        </p:txBody>
      </p:sp>
      <p:sp>
        <p:nvSpPr>
          <p:cNvPr id="32" name="Shape 25"/>
          <p:cNvSpPr/>
          <p:nvPr/>
        </p:nvSpPr>
        <p:spPr>
          <a:xfrm>
            <a:off x="5600700" y="3227832"/>
            <a:ext cx="365760" cy="3657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5798" y="3322930"/>
            <a:ext cx="175565" cy="17556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103620" y="3054096"/>
            <a:ext cx="2400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四大核心技术亮点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502920" y="3895344"/>
            <a:ext cx="39090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667512" y="4005072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3000" dirty="0"/>
          </a:p>
        </p:txBody>
      </p:sp>
      <p:sp>
        <p:nvSpPr>
          <p:cNvPr id="37" name="Shape 29"/>
          <p:cNvSpPr/>
          <p:nvPr/>
        </p:nvSpPr>
        <p:spPr>
          <a:xfrm>
            <a:off x="1371600" y="4069080"/>
            <a:ext cx="365760" cy="36576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6698" y="4164178"/>
            <a:ext cx="175565" cy="17556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874520" y="3895344"/>
            <a:ext cx="2400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课程知识点对照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4732020" y="3895344"/>
            <a:ext cx="39090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4896612" y="4005072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3000" dirty="0"/>
          </a:p>
        </p:txBody>
      </p:sp>
      <p:sp>
        <p:nvSpPr>
          <p:cNvPr id="42" name="Shape 33"/>
          <p:cNvSpPr/>
          <p:nvPr/>
        </p:nvSpPr>
        <p:spPr>
          <a:xfrm>
            <a:off x="5600700" y="4069080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5798" y="4164178"/>
            <a:ext cx="175565" cy="17556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103620" y="3895344"/>
            <a:ext cx="2400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45" name="Text 35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学生与知识工作者普遍面临三大痛点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499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37360"/>
            <a:ext cx="24993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93392"/>
            <a:ext cx="204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专注难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04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注意力易被打断，缺少沉浸式专注的工具支撑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22320" y="1737360"/>
            <a:ext cx="2499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22320" y="1737360"/>
            <a:ext cx="249936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0920" y="1993392"/>
            <a:ext cx="204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任务散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50920" y="2514600"/>
            <a:ext cx="204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待办散落在多个 App，缺乏统一规划与归类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1720" y="1737360"/>
            <a:ext cx="2499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1720" y="1737360"/>
            <a:ext cx="24993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0320" y="1993392"/>
            <a:ext cx="204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缺复盘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70320" y="2514600"/>
            <a:ext cx="204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专注之后没有数据反馈，难以持续改进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520440"/>
            <a:ext cx="813816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22192"/>
            <a:ext cx="411480" cy="4114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5" y="3929177"/>
            <a:ext cx="197510" cy="19751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160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71600" y="395020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知序把「任务规划 → 番茄专注 → 白噪音 → 复盘统计」整合进一个鸿蒙原生 App，并支持云同步，帮用户形成「规划→专注→复盘」的完整闭环。面向真实学习场景，而非演示性玩具应用。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现状分析与差异化定位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9090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3451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现有同类产品的不足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Forest / 番茄ToDo
</a:t>
            </a: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专做专注，任务体系弱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Todoist / 滴答清单
</a:t>
            </a: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专做清单，专注与复盘弱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共性问题
</a:t>
            </a: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强依赖云端、离线能力弱；很少把「任务—专注—复盘」打通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32020" y="1371600"/>
            <a:ext cx="3909060" cy="3063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60620" y="1554480"/>
            <a:ext cx="3451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知序的差异化定位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60620" y="2011680"/>
            <a:ext cx="310896" cy="31089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453" y="2092513"/>
            <a:ext cx="149230" cy="1492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53812" y="1975104"/>
            <a:ext cx="3086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本地优先（Local-first）：离线完全可用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960620" y="2578608"/>
            <a:ext cx="310896" cy="31089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453" y="2659441"/>
            <a:ext cx="149230" cy="1492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53812" y="2542032"/>
            <a:ext cx="3086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可云同步：登录后多端数据一致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960620" y="3145536"/>
            <a:ext cx="310896" cy="31089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453" y="3226369"/>
            <a:ext cx="149230" cy="1492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53812" y="3108960"/>
            <a:ext cx="3086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/ 专注 / 白噪音 / 复盘 一体化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960620" y="3712464"/>
            <a:ext cx="310896" cy="31089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453" y="3793297"/>
            <a:ext cx="149230" cy="1492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53812" y="3675888"/>
            <a:ext cx="3086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原生鸿蒙完整闭环，工作量实打实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技术选型与理由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64208"/>
            <a:ext cx="420624" cy="42062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" y="1773570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636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25880" y="1801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/ ArkTS + ArkUI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0" y="1600200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课程要求原生鸿蒙；声明式 UI + 状态管理开发高效，系统能力原生集成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2441448"/>
            <a:ext cx="8138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688336"/>
            <a:ext cx="420624" cy="420624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882" y="2797698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587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325880" y="28254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 + MyBatis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715000" y="2624328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0" y="25786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生态最成熟，REST 接口快；MyBatis 让同步 SQL 可控、易优化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02920" y="3465576"/>
            <a:ext cx="8138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" y="3712464"/>
            <a:ext cx="420624" cy="42062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82" y="3821826"/>
            <a:ext cx="201900" cy="2019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325880" y="38496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 RDB + Preferences；云端 MySQL / H2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715000" y="3648456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43600" y="360273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业务数据进 RDB（SQLite/事务），配置进 Preferences；H2 一键演示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系统总体架构：移动端本地优先 + 后端同步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331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3969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App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ArkTS / ArkUI · MVVM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92240" y="2011680"/>
            <a:ext cx="2331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01968" y="213969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后端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01968" y="25146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/ service / mapper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2331720" cy="777240"/>
          </a:xfrm>
          <a:prstGeom prst="rect">
            <a:avLst/>
          </a:prstGeom>
          <a:solidFill>
            <a:srgbClr val="0B3B36"/>
          </a:solidFill>
          <a:ln w="12700">
            <a:solidFill>
              <a:srgbClr val="334155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351129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 RDB / Preferences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38862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· 本地权威数据源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3383280"/>
            <a:ext cx="2331720" cy="777240"/>
          </a:xfrm>
          <a:prstGeom prst="rect">
            <a:avLst/>
          </a:prstGeom>
          <a:solidFill>
            <a:srgbClr val="3B2E0B"/>
          </a:solidFill>
          <a:ln w="12700">
            <a:solidFill>
              <a:srgbClr val="334155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01968" y="351129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H2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01968" y="38862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 Mapper 持久化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05940" y="2926080"/>
            <a:ext cx="0" cy="4572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85166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本地读写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58100" y="2926080"/>
            <a:ext cx="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971800" y="2468880"/>
            <a:ext cx="35204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971800" y="20848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双向同步 · JWT 鉴权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0" y="2578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pull 拉取 → 合并 → push 推送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本地优先：</a:t>
            </a: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所有操作先写端侧数据库，离线可用；登录后再通过 HTTP 与后端做双向同步，两端用 updatedAt 保留较新版本。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MVVM 分层设计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91440" cy="6035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 视图层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51760" y="14173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 · components/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0" y="14630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界面展示与交互，今日/任务/专注/复盘等页面拆成可复用组件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30552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30552"/>
            <a:ext cx="91440" cy="6035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3055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51760" y="21305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services/FocusStore.ets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12080" y="217627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集中编排业务状态，状态装饰器驱动 UI 自动刷新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843784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843784"/>
            <a:ext cx="9144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4378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模型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51760" y="284378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models/FocusModels.ets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12080" y="28895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数据结构与枚举（TaskStatus 等）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602736"/>
            <a:ext cx="39090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712464"/>
            <a:ext cx="3543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 · FocusDatabase.ets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4014216"/>
            <a:ext cx="3543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RDB 建表 / 迁移 / upsert / ResultSet 释放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32020" y="3602736"/>
            <a:ext cx="390906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4900" y="3712464"/>
            <a:ext cx="3543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远程同步 · FocusSyncService.ets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4900" y="4014216"/>
            <a:ext cx="3543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pull / push / 合并 / 幂等 / 字段兼容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471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界面只负责展示与交互 → 状态集中在 Store → 数据来源下沉到 services，职责清晰、解耦、好维护。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六大功能模块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499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618488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130552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任务管理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4088" y="2386584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多行快速添加 · 截止时间 · 图片识别转任务 · 项目归类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22320" y="1417320"/>
            <a:ext cx="2499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3488" y="1618488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360" y="173736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3488" y="2130552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番茄钟专注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23488" y="2386584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时间戳驱动计时，把任务转化为真实专注时长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41720" y="1417320"/>
            <a:ext cx="2499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42888" y="1618488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760" y="173736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2888" y="2130552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白噪音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42888" y="2386584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室外 / 海边 / 虫鸣，AVPlayer 播放 rawfile 音频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02920" y="2971800"/>
            <a:ext cx="2499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3172968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29184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" y="3685032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复盘统计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04088" y="3941064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本周专注时长、项目占比、完成率等图表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22320" y="2971800"/>
            <a:ext cx="2499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523488" y="3172968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2360" y="329184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23488" y="3685032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3523488" y="3941064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AI 摘要状态与复习到期时间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41720" y="2971800"/>
            <a:ext cx="2499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42888" y="3172968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1760" y="3291840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42888" y="3685032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云同步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342888" y="3941064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登录后双向同步，多端数据一致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核心界面演示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模拟器实拍：未来任务数据、任务快速添加、AI 图片识别候选确认与复盘统计。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794510" cy="2651760"/>
          </a:xfrm>
          <a:prstGeom prst="rect">
            <a:avLst/>
          </a:prstGeom>
          <a:solidFill>
            <a:srgbClr val="EEF2F7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144143" y="2560320"/>
            <a:ext cx="1" cy="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???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04" y="1691640"/>
            <a:ext cx="1204341" cy="2651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362450"/>
            <a:ext cx="179451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今日概览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4554480"/>
            <a:ext cx="179451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答辩演示任务 · 日期不过期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17470" y="1691640"/>
            <a:ext cx="1794510" cy="2651760"/>
          </a:xfrm>
          <a:prstGeom prst="rect">
            <a:avLst/>
          </a:prstGeom>
          <a:solidFill>
            <a:srgbClr val="EEF2F7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258693" y="2560320"/>
            <a:ext cx="1" cy="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??????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554" y="1691640"/>
            <a:ext cx="1204341" cy="2651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17470" y="4362450"/>
            <a:ext cx="179451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任务快速添加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17470" y="4554480"/>
            <a:ext cx="179451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多行输入 · 截止时间 · 项目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32020" y="1691640"/>
            <a:ext cx="1794510" cy="2651760"/>
          </a:xfrm>
          <a:prstGeom prst="rect">
            <a:avLst/>
          </a:prstGeom>
          <a:solidFill>
            <a:srgbClr val="EEF2F7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5373243" y="2560320"/>
            <a:ext cx="1" cy="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???????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104" y="1691640"/>
            <a:ext cx="1204341" cy="2651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32020" y="4362450"/>
            <a:ext cx="179451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图片识别转任务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32020" y="4554480"/>
            <a:ext cx="179451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+ mimo-v2.5 候选确认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846570" y="1691640"/>
            <a:ext cx="1794510" cy="2651760"/>
          </a:xfrm>
          <a:prstGeom prst="rect">
            <a:avLst/>
          </a:prstGeom>
          <a:solidFill>
            <a:srgbClr val="EEF2F7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7487793" y="2560320"/>
            <a:ext cx="1" cy="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????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654" y="1691640"/>
            <a:ext cx="1204341" cy="2651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46570" y="4362450"/>
            <a:ext cx="179451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复盘统计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46570" y="4554480"/>
            <a:ext cx="179451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专注时长 · 项目占比 · 完成率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数据库设计（端侧 RDB / 云端对应）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关键字段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projects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id, name, color, icon, updated_at, is_deleted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项目，带冲突时间戳与删除墓碑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tasks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id, title, project_id, priority, due_at, status, updated_at, is_deleted, client_request_id, tags_json 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任务主表；status 0待办/1完成/2删除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pomodoros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id, task_id, start_at, duration, completed, updated_at, client_request_id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番茄记录，关联任务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study_resources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id, title, source_type, content, summary_status, review_due_at 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资料库（端侧），含 AI 摘要状态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id, username, password(hash), nickname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后端用户表，登录鉴别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设计要点：</a:t>
            </a: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/ 番茄表带 </a:t>
            </a: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（冲突裁决）、</a:t>
            </a: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client_request_id</a:t>
            </a: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（幂等）、</a:t>
            </a: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is_deleted</a:t>
            </a: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（墓碑删除）。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技术亮点①　云同步一致性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多端同步最怕「重复插入」和「旧数据覆盖新数据」——三招解决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499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59992" y="1965960"/>
            <a:ext cx="585216" cy="58521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148" y="2118116"/>
            <a:ext cx="280904" cy="280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651760"/>
            <a:ext cx="249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3017520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clientRequestId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3310128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每条记录带稳定 ID，服务端按它 upsert，重复推送只更新不新增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22320" y="1737360"/>
            <a:ext cx="2499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9392" y="1965960"/>
            <a:ext cx="585216" cy="585216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548" y="2118116"/>
            <a:ext cx="280904" cy="280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22320" y="2651760"/>
            <a:ext cx="249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冲突裁决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459480" y="3017520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Last-Write-Wins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505200" y="3310128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两端比较 updatedAt，时间晚的覆盖早的，旧副本盖不掉新修改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41720" y="1737360"/>
            <a:ext cx="2499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98792" y="1965960"/>
            <a:ext cx="585216" cy="58521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948" y="2118116"/>
            <a:ext cx="280904" cy="280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41720" y="2651760"/>
            <a:ext cx="249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删除墓碑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278880" y="3017520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isDeleted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324600" y="3310128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删除不物理删而是打标记，继续参与同步，保证跨端生效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02920" y="4114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同步流程：</a:t>
            </a: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pull 拉取并合并服务端更新 → 再 push 本地变更 → 更新 lastSyncTime（先拉后推）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技术亮点②　番茄钟时间戳驱动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09060" cy="2743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3451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朴素做法的问题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4518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用「定时器每秒减 1」来计时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切后台 / 被系统挂起后，定时器被暂停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回到前台时，计时严重不准、漂移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32020" y="1463040"/>
            <a:ext cx="390906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0620" y="1645920"/>
            <a:ext cx="411480" cy="411480"/>
          </a:xfrm>
          <a:prstGeom prst="ellipse">
            <a:avLst/>
          </a:prstGeom>
          <a:solidFill>
            <a:srgbClr val="0B3B36"/>
          </a:solidFill>
          <a:ln w="12700">
            <a:solidFill>
              <a:srgbClr val="0B3B36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605" y="1752905"/>
            <a:ext cx="197510" cy="19751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09260" y="1691640"/>
            <a:ext cx="2903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时间戳驱动方案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60620" y="2240280"/>
            <a:ext cx="34518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开始/恢复时记录时间戳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每次刷新用 Date.now() 现算已过 / 剩余时间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定时器只负责「触发刷新」，不是唯一计时源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startAt = Date.now() − duration×1000 反推开始时刻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60620" y="3794760"/>
            <a:ext cx="3451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效果：即使切到后台再回来，时间依然准确。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技术亮点③　TaskPool 后台并发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复盘统计在番茄记录多时计算量大，放主线程会卡 UI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62306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057400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负责绘制 + 事件分发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35708" y="23317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296" y="2417308"/>
            <a:ext cx="158008" cy="158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74620" y="1828800"/>
            <a:ext cx="162306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66060" y="2057400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@Concurrent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TaskPool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66060" y="265176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后台线程池预计算统计快照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07408" y="23317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996" y="2417308"/>
            <a:ext cx="158008" cy="1580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46320" y="1828800"/>
            <a:ext cx="1623060" cy="137160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937760" y="2057400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ReviewStats 快照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937760" y="265176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周时长 / 项目占比 / streak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579108" y="23317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696" y="2417308"/>
            <a:ext cx="158008" cy="15800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018020" y="1828800"/>
            <a:ext cx="162306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109460" y="2057400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刷新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109460" y="265176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主线程只读快照渲染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02920" y="3657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两个关键约束：</a:t>
            </a: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@Concurrent 函数必须是顶层独立函数（worker 线程内存隔离）；② 参数用 .slice() 传副本，避免跨线程共享可变状态。TaskPool 不可用时回退主线程同步计算兜底。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技术亮点④　JWT 接口鉴权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090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72768"/>
            <a:ext cx="3451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签发与校验流程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4975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登录/注册成功 → JwtService 签发 JWT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HS256 签名，payload 带 sub / username / iat / exp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业务接口带 Authorization: Bearer &lt;token&gt;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 AuthInterceptor 拦截 /api/**（放行 login/register/ping）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 重算签名 + 常量时间比较防时序攻击 + 校验 exp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 通过后从 token 取用户身份，业务用 AuthUser.id()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2020" y="1417320"/>
            <a:ext cx="390906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0620" y="1600200"/>
            <a:ext cx="457200" cy="4572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92" y="171907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54980" y="1664208"/>
            <a:ext cx="2903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为什么是亮点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60620" y="2377440"/>
            <a:ext cx="34518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服务端不再信任客户端自报的 X-User-Id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别人拿不到你的 token，就动不了你的数据，堵住越权读写漏洞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密钥与有效期（默认 7 天）配在 application.yml 的 focus.jwt.*；校验失败直接返回 401。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一次「添加任务并同步」的数据流向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499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719072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界面点击添加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121408"/>
            <a:ext cx="153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QuickAddTaskCard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29712" y="197967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790" y="2055754"/>
            <a:ext cx="140452" cy="14045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22320" y="1554480"/>
            <a:ext cx="2499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86912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145280" y="1719072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Store 组装任务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45280" y="2121408"/>
            <a:ext cx="153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FocusStore.addTask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49112" y="197967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90" y="2055754"/>
            <a:ext cx="140452" cy="14045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141720" y="1554480"/>
            <a:ext cx="2499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306312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6964680" y="1719072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写入端侧 RDB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964680" y="2121408"/>
            <a:ext cx="153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→ 回写 client_request_id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02920" y="3063240"/>
            <a:ext cx="2499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67512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1325880" y="3227832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刷新界面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325880" y="3630168"/>
            <a:ext cx="153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Store.refresh → @State 自动刷新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029712" y="348843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790" y="3564514"/>
            <a:ext cx="140452" cy="14045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322320" y="3063240"/>
            <a:ext cx="2499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3486912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2600" dirty="0"/>
          </a:p>
        </p:txBody>
      </p:sp>
      <p:sp>
        <p:nvSpPr>
          <p:cNvPr id="29" name="Text 24"/>
          <p:cNvSpPr/>
          <p:nvPr/>
        </p:nvSpPr>
        <p:spPr>
          <a:xfrm>
            <a:off x="4145280" y="3227832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双向同步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145280" y="3630168"/>
            <a:ext cx="153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 pull 合并 → 再 push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849112" y="348843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90" y="3564514"/>
            <a:ext cx="140452" cy="14045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141720" y="3063240"/>
            <a:ext cx="2499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6306312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6964680" y="3227832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upsert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6964680" y="3630168"/>
            <a:ext cx="153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SyncController 按 cReqId 落库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链路即「界面 → Store → 本地库 →（同步）→ 后端 → 数据库」，本地优先保证离线可用。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 MAPPING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课程知识点 × 知序落地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9090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90472"/>
            <a:ext cx="292608" cy="29260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1566550"/>
            <a:ext cx="140452" cy="1404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371600"/>
            <a:ext cx="32689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HAP / 容器层级  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HAP，Application→AbilityStage→UIAbility→WindowStage→Page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32020" y="1371600"/>
            <a:ext cx="39090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50892" y="1490472"/>
            <a:ext cx="292608" cy="29260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970" y="1566550"/>
            <a:ext cx="140452" cy="1404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4940" y="1371600"/>
            <a:ext cx="32689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UIAbility / singleton  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EntryAbility 主入口 + FocusAbility 单例专注窗 + 桌面卡片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2920" y="2002536"/>
            <a:ext cx="39090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" y="2121408"/>
            <a:ext cx="292608" cy="29260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2197486"/>
            <a:ext cx="140452" cy="1404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002536"/>
            <a:ext cx="32689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Navigation + NavPathStack  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二级页（资料库/复盘/同步/设置）页面栈跳转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32020" y="2002536"/>
            <a:ext cx="39090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50892" y="2121408"/>
            <a:ext cx="292608" cy="29260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970" y="2197486"/>
            <a:ext cx="140452" cy="1404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34940" y="2002536"/>
            <a:ext cx="32689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· POST 非幂等  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clientRequestId + 服务端 upsert 解决重复提交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2920" y="2633472"/>
            <a:ext cx="39090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1792" y="2752344"/>
            <a:ext cx="292608" cy="29260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2828422"/>
            <a:ext cx="140452" cy="1404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2633472"/>
            <a:ext cx="32689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RDB 三大组件  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RdbStore / Predicates / ResultSet（finally 释放）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732020" y="2633472"/>
            <a:ext cx="39090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850892" y="2752344"/>
            <a:ext cx="292608" cy="29260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970" y="2828422"/>
            <a:ext cx="140452" cy="14045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34940" y="2633472"/>
            <a:ext cx="32689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Preferences KV  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baseUrl / userId / lastSyncTime，单例封装避免频繁 flush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02920" y="3264408"/>
            <a:ext cx="39090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21792" y="3383280"/>
            <a:ext cx="292608" cy="29260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3459358"/>
            <a:ext cx="140452" cy="14045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05840" y="3264408"/>
            <a:ext cx="32689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TaskPool @Concurrent  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复盘统计后台预计算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4732020" y="3264408"/>
            <a:ext cx="39090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850892" y="3383280"/>
            <a:ext cx="292608" cy="29260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970" y="3459358"/>
            <a:ext cx="140452" cy="14045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34940" y="3264408"/>
            <a:ext cx="32689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ArkWeb 混合开发  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复盘图表加载 rawfile 本地 H5/Canvas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502920" y="3895344"/>
            <a:ext cx="39090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621792" y="4014216"/>
            <a:ext cx="292608" cy="29260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4090294"/>
            <a:ext cx="140452" cy="14045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005840" y="3895344"/>
            <a:ext cx="32689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+ MyBatis + Maven  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focus-server / TaskMapper.xml / pom.xml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4732020" y="3895344"/>
            <a:ext cx="39090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4850892" y="4014216"/>
            <a:ext cx="292608" cy="29260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970" y="4090294"/>
            <a:ext cx="140452" cy="14045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234940" y="3895344"/>
            <a:ext cx="32689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Lombok 构造注解  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@NoArgsConstructor / @AllArgsConstructor</a:t>
            </a:r>
            <a:endParaRPr lang="en-US" sz="1050" dirty="0"/>
          </a:p>
        </p:txBody>
      </p:sp>
      <p:sp>
        <p:nvSpPr>
          <p:cNvPr id="45" name="Text 33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090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600200"/>
            <a:ext cx="402336" cy="402336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" y="1704807"/>
            <a:ext cx="193121" cy="1931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45920"/>
            <a:ext cx="2994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已完成工作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148840"/>
            <a:ext cx="34518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原生鸿蒙专注 App，覆盖任务/番茄/白噪音/资料/复盘五大模块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MVVM 分层 + 最新 Navigation 路由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 RDB + Preferences 本地优先存储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 Spring Boot + MyBatis 后端，双向云同步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 / 计时准确性 / 安全性 / 性能 四方面针对性设计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32020" y="1417320"/>
            <a:ext cx="390906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63500" dist="2286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3188" y="1600200"/>
            <a:ext cx="402336" cy="40233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795" y="1704807"/>
            <a:ext cx="193121" cy="1931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3540" y="1645920"/>
            <a:ext cx="2994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60620" y="2148840"/>
            <a:ext cx="34518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同步优化：全量 push → 按 updatedAt 的增量上传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冲突策略：LWW → 字段级合并 / 版本向量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功能扩展：多端实时同步、AI 学习教练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鉴权增强：refresh token、token 吊销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· 答辩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72668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822960"/>
          </a:xfrm>
          <a:prstGeom prst="rect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4206240"/>
            <a:ext cx="640080" cy="640080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感谢各位老师的聆听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恳请老师批评指正　·　请提问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ZhiXu　·　本地优先 · 可云同步的鸿蒙专注效率应用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1206</Words>
  <Application>Microsoft Office PowerPoint</Application>
  <PresentationFormat>全屏显示(16:9)</PresentationFormat>
  <Paragraphs>285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知序 · HarmonyOS 专注效率应用 答辩</dc:title>
  <dc:subject>PptxGenJS Presentation</dc:subject>
  <dc:creator>k yc</dc:creator>
  <cp:lastModifiedBy>云超 柯</cp:lastModifiedBy>
  <cp:revision>2</cp:revision>
  <dcterms:created xsi:type="dcterms:W3CDTF">2026-06-04T13:36:05Z</dcterms:created>
  <dcterms:modified xsi:type="dcterms:W3CDTF">2026-06-05T02:20:32Z</dcterms:modified>
</cp:coreProperties>
</file>